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2AAA5F-06D1-4E05-BF24-B11565BC0FBC}" v="10" dt="2026-03-06T05:02:26.1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1159" autoAdjust="0"/>
  </p:normalViewPr>
  <p:slideViewPr>
    <p:cSldViewPr snapToGrid="0" snapToObjects="1">
      <p:cViewPr varScale="1">
        <p:scale>
          <a:sx n="109" d="100"/>
          <a:sy n="109" d="100"/>
        </p:scale>
        <p:origin x="16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ghavendra Angara" userId="6b971708-5412-4b70-9031-36da4ebff12f" providerId="ADAL" clId="{FF26F244-2771-4A64-A430-D1400A5380B4}"/>
    <pc:docChg chg="undo custSel mod addSld delSld modSld">
      <pc:chgData name="Raghavendra Angara" userId="6b971708-5412-4b70-9031-36da4ebff12f" providerId="ADAL" clId="{FF26F244-2771-4A64-A430-D1400A5380B4}" dt="2026-03-06T05:14:14.645" v="233" actId="6549"/>
      <pc:docMkLst>
        <pc:docMk/>
      </pc:docMkLst>
      <pc:sldChg chg="modSp mod setBg">
        <pc:chgData name="Raghavendra Angara" userId="6b971708-5412-4b70-9031-36da4ebff12f" providerId="ADAL" clId="{FF26F244-2771-4A64-A430-D1400A5380B4}" dt="2026-03-06T05:02:59.673" v="87" actId="2711"/>
        <pc:sldMkLst>
          <pc:docMk/>
          <pc:sldMk cId="0" sldId="256"/>
        </pc:sldMkLst>
        <pc:spChg chg="mod">
          <ac:chgData name="Raghavendra Angara" userId="6b971708-5412-4b70-9031-36da4ebff12f" providerId="ADAL" clId="{FF26F244-2771-4A64-A430-D1400A5380B4}" dt="2026-03-06T05:02:38.078" v="86" actId="6549"/>
          <ac:spMkLst>
            <pc:docMk/>
            <pc:sldMk cId="0" sldId="256"/>
            <ac:spMk id="4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0:58.168" v="52" actId="1076"/>
          <ac:spMkLst>
            <pc:docMk/>
            <pc:sldMk cId="0" sldId="256"/>
            <ac:spMk id="5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1:02.199" v="53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2:59.673" v="87" actId="2711"/>
          <ac:spMkLst>
            <pc:docMk/>
            <pc:sldMk cId="0" sldId="256"/>
            <ac:spMk id="7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2:19:37.711" v="30" actId="207"/>
          <ac:spMkLst>
            <pc:docMk/>
            <pc:sldMk cId="0" sldId="256"/>
            <ac:spMk id="8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2:19:37.711" v="30" actId="207"/>
          <ac:spMkLst>
            <pc:docMk/>
            <pc:sldMk cId="0" sldId="256"/>
            <ac:spMk id="12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2:19:37.711" v="30" actId="207"/>
          <ac:spMkLst>
            <pc:docMk/>
            <pc:sldMk cId="0" sldId="256"/>
            <ac:spMk id="16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2:19:37.711" v="30" actId="20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2:32.073" v="85"/>
          <ac:spMkLst>
            <pc:docMk/>
            <pc:sldMk cId="0" sldId="256"/>
            <ac:spMk id="24" creationId="{00000000-0000-0000-0000-000000000000}"/>
          </ac:spMkLst>
        </pc:spChg>
      </pc:sldChg>
      <pc:sldChg chg="modSp mod setBg">
        <pc:chgData name="Raghavendra Angara" userId="6b971708-5412-4b70-9031-36da4ebff12f" providerId="ADAL" clId="{FF26F244-2771-4A64-A430-D1400A5380B4}" dt="2026-03-06T05:04:32.345" v="150" actId="1036"/>
        <pc:sldMkLst>
          <pc:docMk/>
          <pc:sldMk cId="0" sldId="257"/>
        </pc:sldMkLst>
        <pc:spChg chg="mod">
          <ac:chgData name="Raghavendra Angara" userId="6b971708-5412-4b70-9031-36da4ebff12f" providerId="ADAL" clId="{FF26F244-2771-4A64-A430-D1400A5380B4}" dt="2026-03-06T02:19:39.434" v="33" actId="207"/>
          <ac:spMkLst>
            <pc:docMk/>
            <pc:sldMk cId="0" sldId="257"/>
            <ac:spMk id="11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5T19:03:30.319" v="5" actId="103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5T19:03:37.620" v="12" actId="1036"/>
          <ac:spMkLst>
            <pc:docMk/>
            <pc:sldMk cId="0" sldId="257"/>
            <ac:spMk id="20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4:32.345" v="150" actId="1036"/>
          <ac:spMkLst>
            <pc:docMk/>
            <pc:sldMk cId="0" sldId="257"/>
            <ac:spMk id="23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5T19:03:41.199" v="16" actId="1036"/>
          <ac:spMkLst>
            <pc:docMk/>
            <pc:sldMk cId="0" sldId="257"/>
            <ac:spMk id="24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2:19:38.979" v="32" actId="207"/>
          <ac:spMkLst>
            <pc:docMk/>
            <pc:sldMk cId="0" sldId="257"/>
            <ac:spMk id="29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3:24.431" v="99" actId="1036"/>
          <ac:spMkLst>
            <pc:docMk/>
            <pc:sldMk cId="0" sldId="257"/>
            <ac:spMk id="34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3:21.752" v="96" actId="1036"/>
          <ac:spMkLst>
            <pc:docMk/>
            <pc:sldMk cId="0" sldId="257"/>
            <ac:spMk id="35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3:18.854" v="93" actId="1036"/>
          <ac:spMkLst>
            <pc:docMk/>
            <pc:sldMk cId="0" sldId="257"/>
            <ac:spMk id="37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3:15.015" v="90" actId="1036"/>
          <ac:spMkLst>
            <pc:docMk/>
            <pc:sldMk cId="0" sldId="257"/>
            <ac:spMk id="38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4:25.626" v="148" actId="1036"/>
          <ac:spMkLst>
            <pc:docMk/>
            <pc:sldMk cId="0" sldId="257"/>
            <ac:spMk id="42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3:39.391" v="109" actId="1036"/>
          <ac:spMkLst>
            <pc:docMk/>
            <pc:sldMk cId="0" sldId="257"/>
            <ac:spMk id="52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3:34.367" v="103" actId="1036"/>
          <ac:spMkLst>
            <pc:docMk/>
            <pc:sldMk cId="0" sldId="257"/>
            <ac:spMk id="53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3:41.675" v="112" actId="1036"/>
          <ac:spMkLst>
            <pc:docMk/>
            <pc:sldMk cId="0" sldId="257"/>
            <ac:spMk id="55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3:35.940" v="106" actId="1036"/>
          <ac:spMkLst>
            <pc:docMk/>
            <pc:sldMk cId="0" sldId="257"/>
            <ac:spMk id="56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4:23.505" v="146" actId="1036"/>
          <ac:spMkLst>
            <pc:docMk/>
            <pc:sldMk cId="0" sldId="257"/>
            <ac:spMk id="59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4:22.327" v="144" actId="1036"/>
          <ac:spMkLst>
            <pc:docMk/>
            <pc:sldMk cId="0" sldId="257"/>
            <ac:spMk id="60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3:57.528" v="124" actId="1036"/>
          <ac:spMkLst>
            <pc:docMk/>
            <pc:sldMk cId="0" sldId="257"/>
            <ac:spMk id="70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3:52.097" v="116" actId="1036"/>
          <ac:spMkLst>
            <pc:docMk/>
            <pc:sldMk cId="0" sldId="257"/>
            <ac:spMk id="71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3:55.560" v="120" actId="1036"/>
          <ac:spMkLst>
            <pc:docMk/>
            <pc:sldMk cId="0" sldId="257"/>
            <ac:spMk id="73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3:52.097" v="116" actId="1036"/>
          <ac:spMkLst>
            <pc:docMk/>
            <pc:sldMk cId="0" sldId="257"/>
            <ac:spMk id="74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4:20.798" v="142" actId="1036"/>
          <ac:spMkLst>
            <pc:docMk/>
            <pc:sldMk cId="0" sldId="257"/>
            <ac:spMk id="77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4:18.175" v="140" actId="1036"/>
          <ac:spMkLst>
            <pc:docMk/>
            <pc:sldMk cId="0" sldId="257"/>
            <ac:spMk id="78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4:09.219" v="130" actId="1036"/>
          <ac:spMkLst>
            <pc:docMk/>
            <pc:sldMk cId="0" sldId="257"/>
            <ac:spMk id="86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4:01.950" v="126" actId="1035"/>
          <ac:spMkLst>
            <pc:docMk/>
            <pc:sldMk cId="0" sldId="257"/>
            <ac:spMk id="87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4:11.716" v="134" actId="1036"/>
          <ac:spMkLst>
            <pc:docMk/>
            <pc:sldMk cId="0" sldId="257"/>
            <ac:spMk id="89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3:52.097" v="116" actId="1036"/>
          <ac:spMkLst>
            <pc:docMk/>
            <pc:sldMk cId="0" sldId="257"/>
            <ac:spMk id="90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4:16.174" v="138" actId="1036"/>
          <ac:spMkLst>
            <pc:docMk/>
            <pc:sldMk cId="0" sldId="257"/>
            <ac:spMk id="93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4:14.914" v="136" actId="1036"/>
          <ac:spMkLst>
            <pc:docMk/>
            <pc:sldMk cId="0" sldId="257"/>
            <ac:spMk id="94" creationId="{00000000-0000-0000-0000-000000000000}"/>
          </ac:spMkLst>
        </pc:spChg>
      </pc:sldChg>
      <pc:sldChg chg="modSp mod">
        <pc:chgData name="Raghavendra Angara" userId="6b971708-5412-4b70-9031-36da4ebff12f" providerId="ADAL" clId="{FF26F244-2771-4A64-A430-D1400A5380B4}" dt="2026-03-06T05:05:29.363" v="176" actId="20577"/>
        <pc:sldMkLst>
          <pc:docMk/>
          <pc:sldMk cId="0" sldId="258"/>
        </pc:sldMkLst>
        <pc:spChg chg="mod">
          <ac:chgData name="Raghavendra Angara" userId="6b971708-5412-4b70-9031-36da4ebff12f" providerId="ADAL" clId="{FF26F244-2771-4A64-A430-D1400A5380B4}" dt="2026-03-06T05:04:49.590" v="151" actId="2711"/>
          <ac:spMkLst>
            <pc:docMk/>
            <pc:sldMk cId="0" sldId="258"/>
            <ac:spMk id="5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5:29.363" v="176" actId="20577"/>
          <ac:spMkLst>
            <pc:docMk/>
            <pc:sldMk cId="0" sldId="258"/>
            <ac:spMk id="11" creationId="{00000000-0000-0000-0000-000000000000}"/>
          </ac:spMkLst>
        </pc:spChg>
      </pc:sldChg>
      <pc:sldChg chg="modSp mod">
        <pc:chgData name="Raghavendra Angara" userId="6b971708-5412-4b70-9031-36da4ebff12f" providerId="ADAL" clId="{FF26F244-2771-4A64-A430-D1400A5380B4}" dt="2026-03-06T05:14:14.645" v="233" actId="6549"/>
        <pc:sldMkLst>
          <pc:docMk/>
          <pc:sldMk cId="0" sldId="259"/>
        </pc:sldMkLst>
        <pc:spChg chg="mod">
          <ac:chgData name="Raghavendra Angara" userId="6b971708-5412-4b70-9031-36da4ebff12f" providerId="ADAL" clId="{FF26F244-2771-4A64-A430-D1400A5380B4}" dt="2026-03-06T05:14:14.645" v="233" actId="6549"/>
          <ac:spMkLst>
            <pc:docMk/>
            <pc:sldMk cId="0" sldId="259"/>
            <ac:spMk id="3" creationId="{00000000-0000-0000-0000-000000000000}"/>
          </ac:spMkLst>
        </pc:spChg>
      </pc:sldChg>
      <pc:sldChg chg="delSp modSp mod">
        <pc:chgData name="Raghavendra Angara" userId="6b971708-5412-4b70-9031-36da4ebff12f" providerId="ADAL" clId="{FF26F244-2771-4A64-A430-D1400A5380B4}" dt="2026-03-06T05:10:30.377" v="218" actId="14100"/>
        <pc:sldMkLst>
          <pc:docMk/>
          <pc:sldMk cId="0" sldId="260"/>
        </pc:sldMkLst>
        <pc:spChg chg="del">
          <ac:chgData name="Raghavendra Angara" userId="6b971708-5412-4b70-9031-36da4ebff12f" providerId="ADAL" clId="{FF26F244-2771-4A64-A430-D1400A5380B4}" dt="2026-03-06T05:10:05.778" v="211" actId="478"/>
          <ac:spMkLst>
            <pc:docMk/>
            <pc:sldMk cId="0" sldId="260"/>
            <ac:spMk id="9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7:14.992" v="180" actId="1076"/>
          <ac:spMkLst>
            <pc:docMk/>
            <pc:sldMk cId="0" sldId="260"/>
            <ac:spMk id="10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7:14.992" v="180" actId="1076"/>
          <ac:spMkLst>
            <pc:docMk/>
            <pc:sldMk cId="0" sldId="260"/>
            <ac:spMk id="11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7:14.992" v="180" actId="1076"/>
          <ac:spMkLst>
            <pc:docMk/>
            <pc:sldMk cId="0" sldId="260"/>
            <ac:spMk id="12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7:14.992" v="180" actId="1076"/>
          <ac:spMkLst>
            <pc:docMk/>
            <pc:sldMk cId="0" sldId="260"/>
            <ac:spMk id="13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7:14.992" v="180" actId="1076"/>
          <ac:spMkLst>
            <pc:docMk/>
            <pc:sldMk cId="0" sldId="260"/>
            <ac:spMk id="14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07:28.149" v="181" actId="478"/>
          <ac:spMkLst>
            <pc:docMk/>
            <pc:sldMk cId="0" sldId="260"/>
            <ac:spMk id="15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07:28.149" v="181" actId="478"/>
          <ac:spMkLst>
            <pc:docMk/>
            <pc:sldMk cId="0" sldId="260"/>
            <ac:spMk id="16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07:28.149" v="181" actId="478"/>
          <ac:spMkLst>
            <pc:docMk/>
            <pc:sldMk cId="0" sldId="260"/>
            <ac:spMk id="17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07:28.149" v="181" actId="478"/>
          <ac:spMkLst>
            <pc:docMk/>
            <pc:sldMk cId="0" sldId="260"/>
            <ac:spMk id="18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07:28.149" v="181" actId="478"/>
          <ac:spMkLst>
            <pc:docMk/>
            <pc:sldMk cId="0" sldId="260"/>
            <ac:spMk id="19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07:28.149" v="181" actId="478"/>
          <ac:spMkLst>
            <pc:docMk/>
            <pc:sldMk cId="0" sldId="260"/>
            <ac:spMk id="20" creationId="{00000000-0000-0000-0000-000000000000}"/>
          </ac:spMkLst>
        </pc:spChg>
        <pc:spChg chg="del mod">
          <ac:chgData name="Raghavendra Angara" userId="6b971708-5412-4b70-9031-36da4ebff12f" providerId="ADAL" clId="{FF26F244-2771-4A64-A430-D1400A5380B4}" dt="2026-03-06T05:10:08.855" v="212" actId="478"/>
          <ac:spMkLst>
            <pc:docMk/>
            <pc:sldMk cId="0" sldId="260"/>
            <ac:spMk id="21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8:05.188" v="185" actId="1076"/>
          <ac:spMkLst>
            <pc:docMk/>
            <pc:sldMk cId="0" sldId="260"/>
            <ac:spMk id="22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8:05.188" v="185" actId="1076"/>
          <ac:spMkLst>
            <pc:docMk/>
            <pc:sldMk cId="0" sldId="260"/>
            <ac:spMk id="23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8:26.816" v="188" actId="20577"/>
          <ac:spMkLst>
            <pc:docMk/>
            <pc:sldMk cId="0" sldId="260"/>
            <ac:spMk id="24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8:05.188" v="185" actId="1076"/>
          <ac:spMkLst>
            <pc:docMk/>
            <pc:sldMk cId="0" sldId="260"/>
            <ac:spMk id="25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8:05.188" v="185" actId="1076"/>
          <ac:spMkLst>
            <pc:docMk/>
            <pc:sldMk cId="0" sldId="260"/>
            <ac:spMk id="26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8:52.805" v="198" actId="14100"/>
          <ac:spMkLst>
            <pc:docMk/>
            <pc:sldMk cId="0" sldId="260"/>
            <ac:spMk id="27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8:30.248" v="190" actId="20577"/>
          <ac:spMkLst>
            <pc:docMk/>
            <pc:sldMk cId="0" sldId="260"/>
            <ac:spMk id="29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6:56.019" v="179" actId="1076"/>
          <ac:spMkLst>
            <pc:docMk/>
            <pc:sldMk cId="0" sldId="260"/>
            <ac:spMk id="31" creationId="{00000000-0000-0000-0000-000000000000}"/>
          </ac:spMkLst>
        </pc:spChg>
        <pc:spChg chg="del mod">
          <ac:chgData name="Raghavendra Angara" userId="6b971708-5412-4b70-9031-36da4ebff12f" providerId="ADAL" clId="{FF26F244-2771-4A64-A430-D1400A5380B4}" dt="2026-03-06T05:10:04.276" v="210" actId="478"/>
          <ac:spMkLst>
            <pc:docMk/>
            <pc:sldMk cId="0" sldId="260"/>
            <ac:spMk id="32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8:48.571" v="197" actId="14100"/>
          <ac:spMkLst>
            <pc:docMk/>
            <pc:sldMk cId="0" sldId="260"/>
            <ac:spMk id="33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8:40.439" v="196" actId="1038"/>
          <ac:spMkLst>
            <pc:docMk/>
            <pc:sldMk cId="0" sldId="260"/>
            <ac:spMk id="34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9:39.731" v="206" actId="20577"/>
          <ac:spMkLst>
            <pc:docMk/>
            <pc:sldMk cId="0" sldId="260"/>
            <ac:spMk id="35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8:40.439" v="196" actId="1038"/>
          <ac:spMkLst>
            <pc:docMk/>
            <pc:sldMk cId="0" sldId="260"/>
            <ac:spMk id="36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8:40.439" v="196" actId="1038"/>
          <ac:spMkLst>
            <pc:docMk/>
            <pc:sldMk cId="0" sldId="260"/>
            <ac:spMk id="37" creationId="{00000000-0000-0000-0000-000000000000}"/>
          </ac:spMkLst>
        </pc:spChg>
        <pc:spChg chg="del mod">
          <ac:chgData name="Raghavendra Angara" userId="6b971708-5412-4b70-9031-36da4ebff12f" providerId="ADAL" clId="{FF26F244-2771-4A64-A430-D1400A5380B4}" dt="2026-03-06T05:10:02.973" v="209" actId="478"/>
          <ac:spMkLst>
            <pc:docMk/>
            <pc:sldMk cId="0" sldId="260"/>
            <ac:spMk id="38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10:30.377" v="218" actId="14100"/>
          <ac:spMkLst>
            <pc:docMk/>
            <pc:sldMk cId="0" sldId="260"/>
            <ac:spMk id="39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10:27.101" v="217" actId="1038"/>
          <ac:spMkLst>
            <pc:docMk/>
            <pc:sldMk cId="0" sldId="260"/>
            <ac:spMk id="40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10:27.101" v="217" actId="1038"/>
          <ac:spMkLst>
            <pc:docMk/>
            <pc:sldMk cId="0" sldId="260"/>
            <ac:spMk id="41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10:27.101" v="217" actId="1038"/>
          <ac:spMkLst>
            <pc:docMk/>
            <pc:sldMk cId="0" sldId="260"/>
            <ac:spMk id="42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10:27.101" v="217" actId="1038"/>
          <ac:spMkLst>
            <pc:docMk/>
            <pc:sldMk cId="0" sldId="260"/>
            <ac:spMk id="43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08:31.948" v="191" actId="478"/>
          <ac:spMkLst>
            <pc:docMk/>
            <pc:sldMk cId="0" sldId="260"/>
            <ac:spMk id="44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08:33.772" v="192" actId="478"/>
          <ac:spMkLst>
            <pc:docMk/>
            <pc:sldMk cId="0" sldId="260"/>
            <ac:spMk id="45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9:29.908" v="204" actId="1076"/>
          <ac:spMkLst>
            <pc:docMk/>
            <pc:sldMk cId="0" sldId="260"/>
            <ac:spMk id="46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9:29.908" v="204" actId="1076"/>
          <ac:spMkLst>
            <pc:docMk/>
            <pc:sldMk cId="0" sldId="260"/>
            <ac:spMk id="47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9:29.908" v="204" actId="1076"/>
          <ac:spMkLst>
            <pc:docMk/>
            <pc:sldMk cId="0" sldId="260"/>
            <ac:spMk id="48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9:29.908" v="204" actId="1076"/>
          <ac:spMkLst>
            <pc:docMk/>
            <pc:sldMk cId="0" sldId="260"/>
            <ac:spMk id="49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9:25.504" v="203" actId="1076"/>
          <ac:spMkLst>
            <pc:docMk/>
            <pc:sldMk cId="0" sldId="260"/>
            <ac:spMk id="50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9:25.504" v="203" actId="1076"/>
          <ac:spMkLst>
            <pc:docMk/>
            <pc:sldMk cId="0" sldId="260"/>
            <ac:spMk id="51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9:25.504" v="203" actId="1076"/>
          <ac:spMkLst>
            <pc:docMk/>
            <pc:sldMk cId="0" sldId="260"/>
            <ac:spMk id="52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9:25.504" v="203" actId="1076"/>
          <ac:spMkLst>
            <pc:docMk/>
            <pc:sldMk cId="0" sldId="260"/>
            <ac:spMk id="53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9:25.504" v="203" actId="1076"/>
          <ac:spMkLst>
            <pc:docMk/>
            <pc:sldMk cId="0" sldId="260"/>
            <ac:spMk id="54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9:25.504" v="203" actId="1076"/>
          <ac:spMkLst>
            <pc:docMk/>
            <pc:sldMk cId="0" sldId="260"/>
            <ac:spMk id="55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9:25.504" v="203" actId="1076"/>
          <ac:spMkLst>
            <pc:docMk/>
            <pc:sldMk cId="0" sldId="260"/>
            <ac:spMk id="56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09:25.504" v="203" actId="1076"/>
          <ac:spMkLst>
            <pc:docMk/>
            <pc:sldMk cId="0" sldId="260"/>
            <ac:spMk id="57" creationId="{00000000-0000-0000-0000-000000000000}"/>
          </ac:spMkLst>
        </pc:spChg>
      </pc:sldChg>
      <pc:sldChg chg="delSp modSp mod">
        <pc:chgData name="Raghavendra Angara" userId="6b971708-5412-4b70-9031-36da4ebff12f" providerId="ADAL" clId="{FF26F244-2771-4A64-A430-D1400A5380B4}" dt="2026-03-06T05:13:58.365" v="232" actId="14100"/>
        <pc:sldMkLst>
          <pc:docMk/>
          <pc:sldMk cId="0" sldId="263"/>
        </pc:sldMkLst>
        <pc:spChg chg="mod">
          <ac:chgData name="Raghavendra Angara" userId="6b971708-5412-4b70-9031-36da4ebff12f" providerId="ADAL" clId="{FF26F244-2771-4A64-A430-D1400A5380B4}" dt="2026-03-06T05:13:49.560" v="230" actId="14100"/>
          <ac:spMkLst>
            <pc:docMk/>
            <pc:sldMk cId="0" sldId="263"/>
            <ac:spMk id="5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13:18.745" v="223" actId="478"/>
          <ac:spMkLst>
            <pc:docMk/>
            <pc:sldMk cId="0" sldId="263"/>
            <ac:spMk id="27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13:25.756" v="224" actId="478"/>
          <ac:spMkLst>
            <pc:docMk/>
            <pc:sldMk cId="0" sldId="263"/>
            <ac:spMk id="28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13:45.746" v="229" actId="14100"/>
          <ac:spMkLst>
            <pc:docMk/>
            <pc:sldMk cId="0" sldId="263"/>
            <ac:spMk id="29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13:37.125" v="228" actId="478"/>
          <ac:spMkLst>
            <pc:docMk/>
            <pc:sldMk cId="0" sldId="263"/>
            <ac:spMk id="51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13:28.823" v="225" actId="478"/>
          <ac:spMkLst>
            <pc:docMk/>
            <pc:sldMk cId="0" sldId="263"/>
            <ac:spMk id="52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13:53.755" v="231" actId="14100"/>
          <ac:spMkLst>
            <pc:docMk/>
            <pc:sldMk cId="0" sldId="263"/>
            <ac:spMk id="53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13:35.988" v="227" actId="478"/>
          <ac:spMkLst>
            <pc:docMk/>
            <pc:sldMk cId="0" sldId="263"/>
            <ac:spMk id="75" creationId="{00000000-0000-0000-0000-000000000000}"/>
          </ac:spMkLst>
        </pc:spChg>
        <pc:spChg chg="del">
          <ac:chgData name="Raghavendra Angara" userId="6b971708-5412-4b70-9031-36da4ebff12f" providerId="ADAL" clId="{FF26F244-2771-4A64-A430-D1400A5380B4}" dt="2026-03-06T05:13:34.607" v="226" actId="478"/>
          <ac:spMkLst>
            <pc:docMk/>
            <pc:sldMk cId="0" sldId="263"/>
            <ac:spMk id="76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13:58.365" v="232" actId="14100"/>
          <ac:spMkLst>
            <pc:docMk/>
            <pc:sldMk cId="0" sldId="263"/>
            <ac:spMk id="77" creationId="{00000000-0000-0000-0000-000000000000}"/>
          </ac:spMkLst>
        </pc:spChg>
      </pc:sldChg>
      <pc:sldChg chg="modSp mod">
        <pc:chgData name="Raghavendra Angara" userId="6b971708-5412-4b70-9031-36da4ebff12f" providerId="ADAL" clId="{FF26F244-2771-4A64-A430-D1400A5380B4}" dt="2026-03-06T05:11:42.025" v="222" actId="6549"/>
        <pc:sldMkLst>
          <pc:docMk/>
          <pc:sldMk cId="0" sldId="264"/>
        </pc:sldMkLst>
        <pc:spChg chg="mod">
          <ac:chgData name="Raghavendra Angara" userId="6b971708-5412-4b70-9031-36da4ebff12f" providerId="ADAL" clId="{FF26F244-2771-4A64-A430-D1400A5380B4}" dt="2026-03-06T05:11:33.185" v="219" actId="6549"/>
          <ac:spMkLst>
            <pc:docMk/>
            <pc:sldMk cId="0" sldId="264"/>
            <ac:spMk id="6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11:42.025" v="222" actId="6549"/>
          <ac:spMkLst>
            <pc:docMk/>
            <pc:sldMk cId="0" sldId="264"/>
            <ac:spMk id="17" creationId="{00000000-0000-0000-0000-000000000000}"/>
          </ac:spMkLst>
        </pc:spChg>
        <pc:spChg chg="mod">
          <ac:chgData name="Raghavendra Angara" userId="6b971708-5412-4b70-9031-36da4ebff12f" providerId="ADAL" clId="{FF26F244-2771-4A64-A430-D1400A5380B4}" dt="2026-03-06T05:11:39.977" v="221" actId="6549"/>
          <ac:spMkLst>
            <pc:docMk/>
            <pc:sldMk cId="0" sldId="264"/>
            <ac:spMk id="28" creationId="{00000000-0000-0000-0000-000000000000}"/>
          </ac:spMkLst>
        </pc:spChg>
      </pc:sldChg>
      <pc:sldChg chg="addSp delSp new add del mod">
        <pc:chgData name="Raghavendra Angara" userId="6b971708-5412-4b70-9031-36da4ebff12f" providerId="ADAL" clId="{FF26F244-2771-4A64-A430-D1400A5380B4}" dt="2026-03-06T02:19:49.011" v="37" actId="2696"/>
        <pc:sldMkLst>
          <pc:docMk/>
          <pc:sldMk cId="2205427204" sldId="266"/>
        </pc:sldMkLst>
        <pc:spChg chg="add del">
          <ac:chgData name="Raghavendra Angara" userId="6b971708-5412-4b70-9031-36da4ebff12f" providerId="ADAL" clId="{FF26F244-2771-4A64-A430-D1400A5380B4}" dt="2026-03-06T02:10:56.066" v="19" actId="22"/>
          <ac:spMkLst>
            <pc:docMk/>
            <pc:sldMk cId="2205427204" sldId="266"/>
            <ac:spMk id="3" creationId="{EFC1B892-7E96-7388-BF77-6005C5BE21F2}"/>
          </ac:spMkLst>
        </pc:spChg>
        <pc:spChg chg="add del">
          <ac:chgData name="Raghavendra Angara" userId="6b971708-5412-4b70-9031-36da4ebff12f" providerId="ADAL" clId="{FF26F244-2771-4A64-A430-D1400A5380B4}" dt="2026-03-06T02:12:50.803" v="21" actId="478"/>
          <ac:spMkLst>
            <pc:docMk/>
            <pc:sldMk cId="2205427204" sldId="266"/>
            <ac:spMk id="5" creationId="{D362C646-1A6C-9653-257C-A4837C97F335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Cost ($)</c:v>
                </c:pt>
              </c:strCache>
            </c:strRef>
          </c:tx>
          <c:spPr>
            <a:solidFill>
              <a:srgbClr val="00D4A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C6A-464C-BC74-29C669259A74}"/>
              </c:ext>
            </c:extLst>
          </c:dPt>
          <c:dPt>
            <c:idx val="1"/>
            <c:invertIfNegative val="0"/>
            <c:bubble3D val="0"/>
            <c:spPr>
              <a:solidFill>
                <a:srgbClr val="4285F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C6A-464C-BC74-29C669259A74}"/>
              </c:ext>
            </c:extLst>
          </c:dPt>
          <c:dPt>
            <c:idx val="2"/>
            <c:invertIfNegative val="0"/>
            <c:bubble3D val="0"/>
            <c:spPr>
              <a:solidFill>
                <a:srgbClr val="FF6B3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C6A-464C-BC74-29C669259A74}"/>
              </c:ext>
            </c:extLst>
          </c:dPt>
          <c:dPt>
            <c:idx val="3"/>
            <c:invertIfNegative val="0"/>
            <c:bubble3D val="0"/>
            <c:spPr>
              <a:solidFill>
                <a:srgbClr val="9B59B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C6A-464C-BC74-29C669259A7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E8E8F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DeepL</c:v>
                </c:pt>
                <c:pt idx="1">
                  <c:v>Google</c:v>
                </c:pt>
                <c:pt idx="2">
                  <c:v>Claude</c:v>
                </c:pt>
                <c:pt idx="3">
                  <c:v>Total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</c:v>
                </c:pt>
                <c:pt idx="1">
                  <c:v>40</c:v>
                </c:pt>
                <c:pt idx="2">
                  <c:v>5</c:v>
                </c:pt>
                <c:pt idx="3">
                  <c:v>170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C6A-464C-BC74-29C669259A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A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20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888A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E0E2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383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-731520"/>
            <a:ext cx="3200400" cy="3200400"/>
          </a:xfrm>
          <a:prstGeom prst="ellipse">
            <a:avLst/>
          </a:prstGeom>
          <a:solidFill>
            <a:srgbClr val="00D4A0">
              <a:alpha val="8000"/>
            </a:srgbClr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457200" y="3840480"/>
            <a:ext cx="2286000" cy="2286000"/>
          </a:xfrm>
          <a:prstGeom prst="ellipse">
            <a:avLst/>
          </a:prstGeom>
          <a:solidFill>
            <a:srgbClr val="4285F4">
              <a:alpha val="8000"/>
            </a:srgbClr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4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TRANSLATION STRATEGY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84632" y="591195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Translation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12064" y="1768133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Evolution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888A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Accuracy · Language Coverage · Cost ·</a:t>
            </a:r>
            <a:endParaRPr lang="en-US" sz="1300" dirty="0">
              <a:latin typeface="Consolas" panose="020B0609020204030204" pitchFamily="49" charset="0"/>
            </a:endParaRPr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8888A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Full evaluation for AI-powered translation Architecture</a:t>
            </a:r>
            <a:endParaRPr lang="en-US" sz="1300" dirty="0">
              <a:latin typeface="Consolas" panose="020B0609020204030204" pitchFamily="49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828800" cy="105156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54864" cy="105156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3730752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4008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Providers Evaluated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51760" y="3657600"/>
            <a:ext cx="1828800" cy="105156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651760" y="3657600"/>
            <a:ext cx="54864" cy="105156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0" y="3730752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274320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Languages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3657600"/>
            <a:ext cx="1828800" cy="105156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3657600"/>
            <a:ext cx="54864" cy="105156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46320" y="3730752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84632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 Layers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858000" y="3657600"/>
            <a:ext cx="1828800" cy="105156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858000" y="3657600"/>
            <a:ext cx="54864" cy="105156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949440" y="3730752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949440" y="4206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Scoring Metrics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4846320"/>
            <a:ext cx="8046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0" i="0" dirty="0">
                <a:solidFill>
                  <a:srgbClr val="8891AA"/>
                </a:solidFill>
                <a:effectLst/>
                <a:latin typeface="DM Mono" panose="020B0509040201040103" pitchFamily="49" charset="0"/>
              </a:rPr>
              <a:t>Prices are approximate — verify current rates with providers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 COMPARISON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Engine Scorecard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2377440" y="96012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 / Native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749040" y="960120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Langs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526280" y="960120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Speed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303520" y="960120"/>
            <a:ext cx="777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6080760" y="96012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Price/M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086600" y="960120"/>
            <a:ext cx="1143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kern="0" spc="2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For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365760" y="1234440"/>
            <a:ext cx="8412480" cy="621792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1234440"/>
            <a:ext cx="54864" cy="621792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13258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 API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1554480"/>
            <a:ext cx="1188720" cy="155448"/>
          </a:xfrm>
          <a:prstGeom prst="rect">
            <a:avLst/>
          </a:prstGeom>
          <a:solidFill>
            <a:srgbClr val="00D4A0">
              <a:alpha val="20000"/>
            </a:srgbClr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2920" y="1554480"/>
            <a:ext cx="1188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1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ACCURACY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1362456"/>
            <a:ext cx="100584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423160" y="1405320"/>
            <a:ext cx="985723" cy="64008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423160" y="127101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 98%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2423160" y="1636776"/>
            <a:ext cx="100584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23160" y="1686784"/>
            <a:ext cx="995782" cy="64008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423160" y="154533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Feel 99%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840480" y="139903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663440" y="1480624"/>
            <a:ext cx="73152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63440" y="1484472"/>
            <a:ext cx="621792" cy="640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63440" y="13441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85%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440680" y="13716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$$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14356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$25/M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178040" y="14356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EU/JA/ZH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1920240"/>
            <a:ext cx="8412480" cy="621792"/>
          </a:xfrm>
          <a:prstGeom prst="rect">
            <a:avLst/>
          </a:prstGeom>
          <a:solidFill>
            <a:srgbClr val="0E0E20"/>
          </a:solidFill>
          <a:ln w="12700">
            <a:solidFill>
              <a:srgbClr val="4285F4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65760" y="1920240"/>
            <a:ext cx="54864" cy="621792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2920" y="20116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Translate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2240280"/>
            <a:ext cx="1188720" cy="155448"/>
          </a:xfrm>
          <a:prstGeom prst="rect">
            <a:avLst/>
          </a:prstGeom>
          <a:solidFill>
            <a:srgbClr val="4285F4">
              <a:alpha val="20000"/>
            </a:srgbClr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2920" y="2240280"/>
            <a:ext cx="1188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10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MOST LANGUAGES</a:t>
            </a:r>
            <a:endParaRPr lang="en-US" sz="600" dirty="0"/>
          </a:p>
        </p:txBody>
      </p:sp>
      <p:sp>
        <p:nvSpPr>
          <p:cNvPr id="34" name="Shape 32"/>
          <p:cNvSpPr/>
          <p:nvPr/>
        </p:nvSpPr>
        <p:spPr>
          <a:xfrm>
            <a:off x="2423160" y="2074632"/>
            <a:ext cx="100584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423160" y="2074632"/>
            <a:ext cx="915314" cy="64008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423160" y="195681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 91%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423160" y="2348952"/>
            <a:ext cx="100584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423160" y="2348952"/>
            <a:ext cx="854964" cy="64008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423160" y="223113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Feel 85%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3840480" y="208483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4663440" y="2148840"/>
            <a:ext cx="73152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663440" y="2175216"/>
            <a:ext cx="724205" cy="640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663440" y="20299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440680" y="20574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217920" y="21214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$20/M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178040" y="21214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Long-tail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5760" y="2606040"/>
            <a:ext cx="8412480" cy="621792"/>
          </a:xfrm>
          <a:prstGeom prst="rect">
            <a:avLst/>
          </a:prstGeom>
          <a:solidFill>
            <a:srgbClr val="0E0E20"/>
          </a:solidFill>
          <a:ln w="12700">
            <a:solidFill>
              <a:srgbClr val="FF6B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365760" y="2606040"/>
            <a:ext cx="54864" cy="621792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02920" y="26974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(Anthropic)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02920" y="2926080"/>
            <a:ext cx="1188720" cy="155448"/>
          </a:xfrm>
          <a:prstGeom prst="rect">
            <a:avLst/>
          </a:prstGeom>
          <a:solidFill>
            <a:srgbClr val="FF6B35">
              <a:alpha val="20000"/>
            </a:srgbClr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02920" y="2926080"/>
            <a:ext cx="1188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1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CONTEXT</a:t>
            </a:r>
            <a:endParaRPr lang="en-US" sz="600" dirty="0"/>
          </a:p>
        </p:txBody>
      </p:sp>
      <p:sp>
        <p:nvSpPr>
          <p:cNvPr id="52" name="Shape 50"/>
          <p:cNvSpPr/>
          <p:nvPr/>
        </p:nvSpPr>
        <p:spPr>
          <a:xfrm>
            <a:off x="2423160" y="2760432"/>
            <a:ext cx="100584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2423160" y="2760432"/>
            <a:ext cx="965606" cy="6400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2423160" y="264261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 96%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2423160" y="3034752"/>
            <a:ext cx="100584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2423160" y="3034752"/>
            <a:ext cx="975665" cy="6400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2423160" y="291693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Feel 97%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840480" y="277063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4663440" y="2852224"/>
            <a:ext cx="73152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4663440" y="2852224"/>
            <a:ext cx="512064" cy="640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663440" y="27157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70%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544068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$$$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6217920" y="28072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$3/M tok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7178040" y="28072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365760" y="3291840"/>
            <a:ext cx="8412480" cy="621792"/>
          </a:xfrm>
          <a:prstGeom prst="rect">
            <a:avLst/>
          </a:prstGeom>
          <a:solidFill>
            <a:srgbClr val="0E0E20"/>
          </a:solidFill>
          <a:ln w="12700">
            <a:solidFill>
              <a:srgbClr val="0078D4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365760" y="3291840"/>
            <a:ext cx="54864" cy="62179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502920" y="33832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Translator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02920" y="3611880"/>
            <a:ext cx="1188720" cy="155448"/>
          </a:xfrm>
          <a:prstGeom prst="rect">
            <a:avLst/>
          </a:prstGeom>
          <a:solidFill>
            <a:srgbClr val="0078D4">
              <a:alpha val="20000"/>
            </a:srgbClr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502920" y="3611880"/>
            <a:ext cx="1188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b="1" kern="0" spc="1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BEST FREE TIER</a:t>
            </a:r>
            <a:endParaRPr lang="en-US" sz="600" dirty="0"/>
          </a:p>
        </p:txBody>
      </p:sp>
      <p:sp>
        <p:nvSpPr>
          <p:cNvPr id="70" name="Shape 68"/>
          <p:cNvSpPr/>
          <p:nvPr/>
        </p:nvSpPr>
        <p:spPr>
          <a:xfrm>
            <a:off x="2423160" y="3455024"/>
            <a:ext cx="100584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423160" y="3455024"/>
            <a:ext cx="905256" cy="640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2423160" y="332841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 90%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2423160" y="3729344"/>
            <a:ext cx="100584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423160" y="3729344"/>
            <a:ext cx="834847" cy="640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2423160" y="360273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Feel 83%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3840480" y="345643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800" dirty="0"/>
          </a:p>
        </p:txBody>
      </p:sp>
      <p:sp>
        <p:nvSpPr>
          <p:cNvPr id="77" name="Shape 75"/>
          <p:cNvSpPr/>
          <p:nvPr/>
        </p:nvSpPr>
        <p:spPr>
          <a:xfrm>
            <a:off x="4663440" y="3538024"/>
            <a:ext cx="73152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4663440" y="3538024"/>
            <a:ext cx="672998" cy="640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4663440" y="34015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440680" y="34290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$$</a:t>
            </a:r>
            <a:endParaRPr lang="en-US" sz="1400" dirty="0"/>
          </a:p>
        </p:txBody>
      </p:sp>
      <p:sp>
        <p:nvSpPr>
          <p:cNvPr id="81" name="Text 79"/>
          <p:cNvSpPr/>
          <p:nvPr/>
        </p:nvSpPr>
        <p:spPr>
          <a:xfrm>
            <a:off x="6217920" y="34930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$10/M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7178040" y="34930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teams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365760" y="3977640"/>
            <a:ext cx="8412480" cy="621792"/>
          </a:xfrm>
          <a:prstGeom prst="rect">
            <a:avLst/>
          </a:prstGeom>
          <a:solidFill>
            <a:srgbClr val="0E0E20"/>
          </a:solidFill>
          <a:ln w="12700">
            <a:solidFill>
              <a:srgbClr val="666688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365760" y="3977640"/>
            <a:ext cx="54864" cy="621792"/>
          </a:xfrm>
          <a:prstGeom prst="rect">
            <a:avLst/>
          </a:prstGeom>
          <a:solidFill>
            <a:srgbClr val="666688"/>
          </a:solidFill>
          <a:ln w="12700">
            <a:solidFill>
              <a:srgbClr val="666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502920" y="4069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GPT-4o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23160" y="4140824"/>
            <a:ext cx="100584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2423160" y="4140824"/>
            <a:ext cx="945490" cy="64008"/>
          </a:xfrm>
          <a:prstGeom prst="rect">
            <a:avLst/>
          </a:prstGeom>
          <a:solidFill>
            <a:srgbClr val="666688"/>
          </a:solidFill>
          <a:ln w="12700">
            <a:solidFill>
              <a:srgbClr val="666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2423160" y="401421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666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 94%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2423160" y="4415144"/>
            <a:ext cx="100584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2423160" y="4415144"/>
            <a:ext cx="935431" cy="64008"/>
          </a:xfrm>
          <a:prstGeom prst="rect">
            <a:avLst/>
          </a:prstGeom>
          <a:solidFill>
            <a:srgbClr val="666688"/>
          </a:solidFill>
          <a:ln w="12700">
            <a:solidFill>
              <a:srgbClr val="666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2423160" y="4288536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Feel 93%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840480" y="414223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6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800" dirty="0"/>
          </a:p>
        </p:txBody>
      </p:sp>
      <p:sp>
        <p:nvSpPr>
          <p:cNvPr id="93" name="Shape 91"/>
          <p:cNvSpPr/>
          <p:nvPr/>
        </p:nvSpPr>
        <p:spPr>
          <a:xfrm>
            <a:off x="4663440" y="4223824"/>
            <a:ext cx="73152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4663440" y="4223824"/>
            <a:ext cx="497434" cy="640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4663440" y="408736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8888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68%</a:t>
            </a:r>
            <a:endParaRPr lang="en-US" sz="700" dirty="0"/>
          </a:p>
        </p:txBody>
      </p:sp>
      <p:sp>
        <p:nvSpPr>
          <p:cNvPr id="96" name="Text 94"/>
          <p:cNvSpPr/>
          <p:nvPr/>
        </p:nvSpPr>
        <p:spPr>
          <a:xfrm>
            <a:off x="5440680" y="41148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$$$</a:t>
            </a:r>
            <a:endParaRPr lang="en-US" sz="1400" dirty="0"/>
          </a:p>
        </p:txBody>
      </p:sp>
      <p:sp>
        <p:nvSpPr>
          <p:cNvPr id="97" name="Text 95"/>
          <p:cNvSpPr/>
          <p:nvPr/>
        </p:nvSpPr>
        <p:spPr>
          <a:xfrm>
            <a:off x="6217920" y="41788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$5/M tok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7178040" y="41788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workflows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RECOMMENDATION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Strategy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 + Google + 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129844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888A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Use DeepL for major market languages where native quality matters most. Fall back to Google for long-tail coverage. Route brand-critical campaign copy through Claude for nuanced output.</a:t>
            </a:r>
            <a:endParaRPr lang="en-US" sz="1100" dirty="0">
              <a:latin typeface="Consolas" panose="020B0609020204030204" pitchFamily="49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2697480" cy="137160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965960"/>
            <a:ext cx="54864" cy="137160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208483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ENGINE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0292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 API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25420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languages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27614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product content, descriptions, DeepL supported Languages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46120" y="1965960"/>
            <a:ext cx="2697480" cy="1371600"/>
          </a:xfrm>
          <a:prstGeom prst="rect">
            <a:avLst/>
          </a:prstGeom>
          <a:solidFill>
            <a:srgbClr val="0E0E20"/>
          </a:solidFill>
          <a:ln w="12700">
            <a:solidFill>
              <a:srgbClr val="4285F4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46120" y="1965960"/>
            <a:ext cx="54864" cy="1371600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83280" y="208483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FALLBACK ENGINE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38328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Translate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83280" y="25420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133 languages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83280" y="27614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outside DeepL coverage — long-tail markets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26480" y="1965960"/>
            <a:ext cx="2697480" cy="1371600"/>
          </a:xfrm>
          <a:prstGeom prst="rect">
            <a:avLst/>
          </a:prstGeom>
          <a:solidFill>
            <a:srgbClr val="0E0E20"/>
          </a:solidFill>
          <a:ln w="12700">
            <a:solidFill>
              <a:srgbClr val="FF6B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126480" y="1965960"/>
            <a:ext cx="54864" cy="13716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63640" y="208483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PREMIUM LAYER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26364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63640" y="25420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 languages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27614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banners, campaign copy, brand voice alignment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4930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 ROUTING MATRIX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65760" y="3721608"/>
            <a:ext cx="4069080" cy="274320"/>
          </a:xfrm>
          <a:prstGeom prst="rect">
            <a:avLst/>
          </a:prstGeom>
          <a:solidFill>
            <a:srgbClr val="0E0E20"/>
          </a:solidFill>
          <a:ln w="12700">
            <a:solidFill>
              <a:srgbClr val="1E20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57200" y="375818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titles &amp; descriptions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37581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65760" y="4069080"/>
            <a:ext cx="4069080" cy="274320"/>
          </a:xfrm>
          <a:prstGeom prst="rect">
            <a:avLst/>
          </a:prstGeom>
          <a:solidFill>
            <a:srgbClr val="0E0E20"/>
          </a:solidFill>
          <a:ln w="12700">
            <a:solidFill>
              <a:srgbClr val="1E20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" y="41056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labels, buttons, navigation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41056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4416552"/>
            <a:ext cx="4069080" cy="274320"/>
          </a:xfrm>
          <a:prstGeom prst="rect">
            <a:avLst/>
          </a:prstGeom>
          <a:solidFill>
            <a:srgbClr val="0E0E20"/>
          </a:solidFill>
          <a:ln w="12700">
            <a:solidFill>
              <a:srgbClr val="1E20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57200" y="4453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headlines / hero text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00400" y="445312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721608"/>
            <a:ext cx="4069080" cy="274320"/>
          </a:xfrm>
          <a:prstGeom prst="rect">
            <a:avLst/>
          </a:prstGeom>
          <a:solidFill>
            <a:srgbClr val="0E0E20"/>
          </a:solidFill>
          <a:ln w="12700">
            <a:solidFill>
              <a:srgbClr val="1E20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709160" y="375818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/ T&amp;C text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452360" y="375818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DeepL + Human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17720" y="4069080"/>
            <a:ext cx="4069080" cy="274320"/>
          </a:xfrm>
          <a:prstGeom prst="rect">
            <a:avLst/>
          </a:prstGeom>
          <a:solidFill>
            <a:srgbClr val="0E0E20"/>
          </a:solidFill>
          <a:ln w="12700">
            <a:solidFill>
              <a:srgbClr val="1E20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709160" y="41056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meta descriptions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452360" y="410565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DeepL + Claude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17720" y="4416552"/>
            <a:ext cx="4069080" cy="274320"/>
          </a:xfrm>
          <a:prstGeom prst="rect">
            <a:avLst/>
          </a:prstGeom>
          <a:solidFill>
            <a:srgbClr val="0E0E20"/>
          </a:solidFill>
          <a:ln w="12700">
            <a:solidFill>
              <a:srgbClr val="1E20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09160" y="4453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/ long-tail languages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452360" y="445312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 ANALYSIS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</a:t>
            </a:r>
            <a:r>
              <a:rPr lang="en-US" sz="2600" b="1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Estimate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011680" cy="137160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54864" cy="137160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1155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DeepL API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1847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~5M chars/mo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20482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product content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42032" y="1005840"/>
            <a:ext cx="2011680" cy="1371600"/>
          </a:xfrm>
          <a:prstGeom prst="rect">
            <a:avLst/>
          </a:prstGeom>
          <a:solidFill>
            <a:srgbClr val="0E0E20"/>
          </a:solidFill>
          <a:ln w="12700">
            <a:solidFill>
              <a:srgbClr val="4285F4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542032" y="1005840"/>
            <a:ext cx="54864" cy="1371600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79192" y="11155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Translate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679192" y="1325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679192" y="1847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~2M chars/mo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679192" y="20482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languages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18304" y="1005840"/>
            <a:ext cx="2011680" cy="1371600"/>
          </a:xfrm>
          <a:prstGeom prst="rect">
            <a:avLst/>
          </a:prstGeom>
          <a:solidFill>
            <a:srgbClr val="0E0E20"/>
          </a:solidFill>
          <a:ln w="12700">
            <a:solidFill>
              <a:srgbClr val="FF6B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18304" y="1005840"/>
            <a:ext cx="54864" cy="13716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55464" y="11155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API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855464" y="1325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$1.50–$7.50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855464" y="1847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~500K tokens/mo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855464" y="20482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copy only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894576" y="1005840"/>
            <a:ext cx="2011680" cy="1371600"/>
          </a:xfrm>
          <a:prstGeom prst="rect">
            <a:avLst/>
          </a:prstGeom>
          <a:solidFill>
            <a:srgbClr val="0E0E20"/>
          </a:solidFill>
          <a:ln w="12700">
            <a:solidFill>
              <a:srgbClr val="9B59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894576" y="1005840"/>
            <a:ext cx="54864" cy="13716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031736" y="111556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(Hybrid)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031736" y="1325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~$170–$200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31736" y="18470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engines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031736" y="20482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mid-scale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25420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Breakdown by Engine</a:t>
            </a:r>
            <a:endParaRPr lang="en-US" sz="120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365760" y="2834640"/>
          <a:ext cx="411480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0" name="Shape 27"/>
          <p:cNvSpPr/>
          <p:nvPr/>
        </p:nvSpPr>
        <p:spPr>
          <a:xfrm>
            <a:off x="4754880" y="2542032"/>
            <a:ext cx="4023360" cy="2304288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8"/>
          <p:cNvSpPr/>
          <p:nvPr/>
        </p:nvSpPr>
        <p:spPr>
          <a:xfrm>
            <a:off x="4754880" y="2542032"/>
            <a:ext cx="54864" cy="2304288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4892040" y="265176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TRANSLATION MEMORY SAVINGS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4892040" y="28346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reduces API spend by 40–70%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892040" y="31546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catalogue re-import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7818120" y="315468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~90%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892040" y="3383280"/>
            <a:ext cx="292608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4892040" y="35387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string releases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7818120" y="35387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~80%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892040" y="3767328"/>
            <a:ext cx="292608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892040" y="39227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copy refresh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7818120" y="392277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~60%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4892040" y="4151376"/>
            <a:ext cx="292608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/>
          <p:nvPr/>
        </p:nvSpPr>
        <p:spPr>
          <a:xfrm>
            <a:off x="4892040" y="43068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added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7818120" y="430682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~30%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4892040" y="4535424"/>
            <a:ext cx="292608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Translation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749040" cy="749808"/>
          </a:xfrm>
          <a:prstGeom prst="rect">
            <a:avLst/>
          </a:prstGeom>
          <a:solidFill>
            <a:srgbClr val="0E0E20"/>
          </a:solidFill>
          <a:ln w="12700">
            <a:solidFill>
              <a:srgbClr val="FF6B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4864" cy="749808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0332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10332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Content Input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3075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source · field-level triggers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3749040" cy="749808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914400"/>
            <a:ext cx="54864" cy="7498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9875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212080" y="9875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12080" y="12618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· protect tags · glossary lookup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65760" y="1941695"/>
            <a:ext cx="3749040" cy="749808"/>
          </a:xfrm>
          <a:prstGeom prst="rect">
            <a:avLst/>
          </a:prstGeom>
          <a:solidFill>
            <a:srgbClr val="0E0E20"/>
          </a:solidFill>
          <a:ln w="12700">
            <a:solidFill>
              <a:srgbClr val="E8E8F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65760" y="1941695"/>
            <a:ext cx="54864" cy="749808"/>
          </a:xfrm>
          <a:prstGeom prst="rect">
            <a:avLst/>
          </a:prstGeom>
          <a:solidFill>
            <a:srgbClr val="E8E8F0"/>
          </a:solidFill>
          <a:ln w="12700">
            <a:solidFill>
              <a:srgbClr val="E8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" y="2014847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14400" y="2014847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Router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4400" y="2289167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type · target language · cost budget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63440" y="1924460"/>
            <a:ext cx="3776466" cy="749808"/>
          </a:xfrm>
          <a:prstGeom prst="rect">
            <a:avLst/>
          </a:prstGeom>
          <a:solidFill>
            <a:srgbClr val="0E0E20"/>
          </a:solidFill>
          <a:ln w="12700">
            <a:solidFill>
              <a:srgbClr val="4285F4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663440" y="1924460"/>
            <a:ext cx="54864" cy="749808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800600" y="199761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212080" y="199761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Engines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12080" y="22719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 · Google · Claude (hybrid routing)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32348" y="2972503"/>
            <a:ext cx="3782452" cy="749808"/>
          </a:xfrm>
          <a:prstGeom prst="rect">
            <a:avLst/>
          </a:prstGeom>
          <a:solidFill>
            <a:srgbClr val="0E0E20"/>
          </a:solidFill>
          <a:ln w="12700">
            <a:solidFill>
              <a:srgbClr val="9B59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32348" y="2972503"/>
            <a:ext cx="54864" cy="74980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69508" y="3045655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80988" y="3045655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Post-Processing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80988" y="3319975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tags · quality score · store to TM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653591" y="2972503"/>
            <a:ext cx="3786315" cy="749808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4653591" y="2972503"/>
            <a:ext cx="54864" cy="7498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90751" y="3045655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202231" y="3045655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Gate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02231" y="3319975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&gt;95% auto-publish · 80-95% review · &lt;80% block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463040" y="4435895"/>
            <a:ext cx="2286000" cy="54864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1463040" y="4435895"/>
            <a:ext cx="54864" cy="54864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1609344" y="4509047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Publish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572768" y="4728503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Storefront CDN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069080" y="4417607"/>
            <a:ext cx="2286000" cy="548640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4069080" y="4417607"/>
            <a:ext cx="54864" cy="5486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178808" y="4490759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178808" y="4710215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 queue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675120" y="4417607"/>
            <a:ext cx="2286000" cy="548640"/>
          </a:xfrm>
          <a:prstGeom prst="rect">
            <a:avLst/>
          </a:prstGeom>
          <a:solidFill>
            <a:srgbClr val="0E0E20"/>
          </a:solidFill>
          <a:ln w="12700">
            <a:solidFill>
              <a:srgbClr val="E74C3C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6675120" y="4417607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784848" y="4490759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6784848" y="4710215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rework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INJECTION — BEFORE EVERY API CALL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Native-Quality Output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text to a translation API = generic output. Injecting structured context = native quality.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4114800" cy="251460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207008"/>
            <a:ext cx="54864" cy="251460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3167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DEEPL API — REQUEST PARAMETERS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02920" y="1508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glossary_id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719072" y="150876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brand terms + do-not-translate list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2920" y="19476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formality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719072" y="194767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prefer_more / prefer_less per target market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02920" y="238658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19072" y="238658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Surrounding paragraph for word disambiguation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2920" y="282549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tag_handling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719072" y="282549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html/xml — protects {placeholders} and HTML tags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326440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split_sentences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719072" y="32644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nonewlines for UI, 1 for long-form content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1207008"/>
            <a:ext cx="4114800" cy="2514600"/>
          </a:xfrm>
          <a:prstGeom prst="rect">
            <a:avLst/>
          </a:prstGeom>
          <a:solidFill>
            <a:srgbClr val="0E0E20"/>
          </a:solidFill>
          <a:ln w="12700">
            <a:solidFill>
              <a:srgbClr val="FF6B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63440" y="1207008"/>
            <a:ext cx="54864" cy="251460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00600" y="13167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API — SYSTEM PROMPT ASSEMBLY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800600" y="1508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brand_voice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16752" y="150876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Premium, confident — never uses exclamation marks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00600" y="194767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content_type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16752" y="194767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title / hero banner / legal notice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800600" y="238658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glossary_block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016752" y="2386584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TRANSLATE: AirMax Pro, FreeReturn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800600" y="282549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target_audience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016752" y="282549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German-speaking Swiss, Swiss German conventions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800600" y="326440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016752" y="326440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approved translations as few-shot anchors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65760" y="3822192"/>
            <a:ext cx="8412480" cy="1115568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65760" y="3822192"/>
            <a:ext cx="54864" cy="11155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2920" y="393192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 — CLAUDE SYSTEM PROMPT FOR PRODUCT TITLE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02920" y="4133088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85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SYSTEM: </a:t>
            </a:r>
            <a:r>
              <a:rPr lang="en-US" sz="850" dirty="0">
                <a:solidFill>
                  <a:srgbClr val="CCCC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a professional e-commerce translator for [BrandName]. Brand voice: Premium, confident. Target: German (formal Sie). Content: Product title.</a:t>
            </a:r>
            <a:r>
              <a:rPr lang="en-US" sz="85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 NOT TRANSLATE: </a:t>
            </a:r>
            <a:r>
              <a:rPr lang="en-US" sz="850" dirty="0">
                <a:solidFill>
                  <a:srgbClr val="E8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AirMax Pro, FreeReturn.  </a:t>
            </a:r>
            <a:r>
              <a:rPr lang="en-US" sz="85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ONLY the translated text.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TRANSLATION MEMORY — COST REDUCTION LAYER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Matching Mechanisms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697480" cy="100584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54864" cy="100584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02412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Match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502920" y="121615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15544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from TM instantly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2468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5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segment. Zero API call.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46120" y="914400"/>
            <a:ext cx="2697480" cy="1005840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46120" y="914400"/>
            <a:ext cx="54864" cy="1005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83280" y="102412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Fuzzy (75–99%)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3383280" y="121615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 cost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83280" y="15544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base + flag for review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383280" y="1719072"/>
            <a:ext cx="2468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5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Re-translate changed delta only.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126480" y="914400"/>
            <a:ext cx="2697480" cy="1005840"/>
          </a:xfrm>
          <a:prstGeom prst="rect">
            <a:avLst/>
          </a:prstGeom>
          <a:solidFill>
            <a:srgbClr val="0E0E20"/>
          </a:solidFill>
          <a:ln w="12700">
            <a:solidFill>
              <a:srgbClr val="E74C3C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26480" y="914400"/>
            <a:ext cx="54864" cy="10058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263640" y="102412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Match (&lt;75%)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263640" y="121615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cost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15544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translation API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63640" y="1719072"/>
            <a:ext cx="2468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5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result in TM for future.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65760" y="2084832"/>
            <a:ext cx="2697480" cy="192024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65760" y="2084832"/>
            <a:ext cx="54864" cy="192024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2920" y="21945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FASTEST — ALL SEGMENTS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02920" y="23774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Similarity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2651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Levenshtein edit distance on tokenised strings. Library: rapidfuzz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02920" y="3136392"/>
            <a:ext cx="2468880" cy="274320"/>
          </a:xfrm>
          <a:prstGeom prst="rect">
            <a:avLst/>
          </a:prstGeom>
          <a:solidFill>
            <a:srgbClr val="12122A"/>
          </a:solidFill>
          <a:ln w="12700">
            <a:solidFill>
              <a:srgbClr val="1E20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30352" y="316382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 tokens / max tokens × 100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02920" y="345643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5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check on every lookup. Microseconds.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246120" y="2084832"/>
            <a:ext cx="2697480" cy="1920240"/>
          </a:xfrm>
          <a:prstGeom prst="rect">
            <a:avLst/>
          </a:prstGeom>
          <a:solidFill>
            <a:srgbClr val="0E0E20"/>
          </a:solidFill>
          <a:ln w="12700">
            <a:solidFill>
              <a:srgbClr val="FF6B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246120" y="2084832"/>
            <a:ext cx="54864" cy="192024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383280" y="21945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— PRODUCT CONTENT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83280" y="23774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Similarity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83280" y="2651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cosine similarity via sentence-transformers. Catches synonyms token method misses.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383280" y="3136392"/>
            <a:ext cx="2468880" cy="274320"/>
          </a:xfrm>
          <a:prstGeom prst="rect">
            <a:avLst/>
          </a:prstGeom>
          <a:solidFill>
            <a:srgbClr val="12122A"/>
          </a:solidFill>
          <a:ln w="12700">
            <a:solidFill>
              <a:srgbClr val="1E20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410712" y="316382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cosine_similarity(embed(A), embed(B)) × 100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3383280" y="345643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5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check when token score is 50–74%.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126480" y="2084832"/>
            <a:ext cx="2697480" cy="1920240"/>
          </a:xfrm>
          <a:prstGeom prst="rect">
            <a:avLst/>
          </a:prstGeom>
          <a:solidFill>
            <a:srgbClr val="0E0E20"/>
          </a:solidFill>
          <a:ln w="12700">
            <a:solidFill>
              <a:srgbClr val="4285F4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126480" y="2084832"/>
            <a:ext cx="54864" cy="1920240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263640" y="219456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DESCRIPTIONS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263640" y="23774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 TF-IDF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263640" y="2651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weighted n-gram overlap. scikit-learn or Elasticsearch more_like_this.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263640" y="3136392"/>
            <a:ext cx="2468880" cy="274320"/>
          </a:xfrm>
          <a:prstGeom prst="rect">
            <a:avLst/>
          </a:prstGeom>
          <a:solidFill>
            <a:srgbClr val="12122A"/>
          </a:solidFill>
          <a:ln w="12700">
            <a:solidFill>
              <a:srgbClr val="1E20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291072" y="316382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TF-IDF cosine similarity of n-gram vectors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263640" y="345643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5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over 80 chars. Handles partial phrase reuse.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365760" y="4114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PIPELINE — COMBINE ALL THREE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365760" y="4297680"/>
            <a:ext cx="2011680" cy="640080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57200" y="4370832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Token Similarity on every lookup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2377440" y="4617720"/>
            <a:ext cx="164592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2542032" y="4297680"/>
            <a:ext cx="2011680" cy="640080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633472" y="4370832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Embedding check if token score 50–74%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553712" y="4617720"/>
            <a:ext cx="164592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4718304" y="4297680"/>
            <a:ext cx="2011680" cy="640080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809744" y="4370832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N-gram for strings 80+ chars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729984" y="4617720"/>
            <a:ext cx="164592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6894576" y="4297680"/>
            <a:ext cx="2011680" cy="640080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6986016" y="4370832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Composite decision → match tier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CONFIDENCE GATE — QUALITY SCORING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COMET vs BLEURT vs BLEU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do not return quality scores — developers must build the scoring layer using these open-source libraries.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788920" cy="274320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54864" cy="274320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2984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02920" y="1463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17830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Neural (XLM-RoBERTa)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788920" y="202996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371600" y="2066544"/>
            <a:ext cx="137160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371600" y="2066544"/>
            <a:ext cx="1316736" cy="64008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3225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Speed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788920" y="232257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1371600" y="2359152"/>
            <a:ext cx="137160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371600" y="2359152"/>
            <a:ext cx="617220" cy="640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2615184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Ease Maint.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2788920" y="261518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371600" y="2651760"/>
            <a:ext cx="137160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371600" y="2651760"/>
            <a:ext cx="822960" cy="64008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" y="290779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 Eff.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788920" y="290779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371600" y="2944368"/>
            <a:ext cx="137160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371600" y="2944368"/>
            <a:ext cx="754380" cy="64008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" y="32186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75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+ hypothesis + optional reference through pretrained cross-lingual model. Highest human correlation.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246120" y="1188720"/>
            <a:ext cx="2788920" cy="2743200"/>
          </a:xfrm>
          <a:prstGeom prst="rect">
            <a:avLst/>
          </a:prstGeom>
          <a:solidFill>
            <a:srgbClr val="0E0E20"/>
          </a:solidFill>
          <a:ln w="12700">
            <a:solidFill>
              <a:srgbClr val="4285F4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246120" y="1188720"/>
            <a:ext cx="54864" cy="2743200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383280" y="12984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GOOD ALTERNATIVE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383280" y="1463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BLEURT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3383280" y="17830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Neural (BERT fine-tuned)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383280" y="2029968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5669280" y="202996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251960" y="2066544"/>
            <a:ext cx="137160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251960" y="2066544"/>
            <a:ext cx="1207008" cy="64008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383280" y="23225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Speed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669280" y="232257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251960" y="2359152"/>
            <a:ext cx="137160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251960" y="2359152"/>
            <a:ext cx="685800" cy="640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383280" y="2615184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Ease Maint.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669280" y="261518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58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4251960" y="2651760"/>
            <a:ext cx="137160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251960" y="2651760"/>
            <a:ext cx="795528" cy="64008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383280" y="290779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 Eff.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669280" y="290779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4251960" y="2944368"/>
            <a:ext cx="137160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251960" y="2944368"/>
            <a:ext cx="822960" cy="64008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383280" y="32186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75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BERT on WMT human ratings. Reference-free mode available. TensorFlow dependency.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126480" y="1188720"/>
            <a:ext cx="2788920" cy="2743200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6126480" y="1188720"/>
            <a:ext cx="54864" cy="2743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263640" y="12984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 / CHEAP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263640" y="14630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BLEU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6263640" y="17830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Statistical (n-gram overlap)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6263640" y="2029968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8549640" y="202996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7132320" y="2066544"/>
            <a:ext cx="137160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7132320" y="2066544"/>
            <a:ext cx="713232" cy="640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263640" y="2322576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Speed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8549640" y="2322576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98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7132320" y="2359152"/>
            <a:ext cx="137160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7132320" y="2359152"/>
            <a:ext cx="1344168" cy="640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6263640" y="2615184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Ease Maint.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8549640" y="261518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7132320" y="2651760"/>
            <a:ext cx="137160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7132320" y="2651760"/>
            <a:ext cx="1303020" cy="64008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6263640" y="2907792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555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 Eff.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8549640" y="290779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98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132320" y="2944368"/>
            <a:ext cx="1371600" cy="64008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7132320" y="2944368"/>
            <a:ext cx="1344168" cy="64008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6263640" y="321868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75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 overlap between hypothesis and reference. No ML, deterministic, microsecond speed.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365760" y="4041648"/>
            <a:ext cx="8549640" cy="914400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365760" y="4041648"/>
            <a:ext cx="54864" cy="9144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502920" y="415137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COMPOSITE SCORING FORMULA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02920" y="4315968"/>
            <a:ext cx="8229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95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composite = (COMET × 0.55)</a:t>
            </a:r>
            <a:r>
              <a:rPr lang="en-US" sz="950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 (BLEU × 0.15)</a:t>
            </a:r>
            <a:r>
              <a:rPr lang="en-US" sz="950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 (rule_checks × 0.30)</a:t>
            </a:r>
            <a:r>
              <a:rPr lang="en-US" sz="950" dirty="0">
                <a:solidFill>
                  <a:srgbClr val="CCCC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→  &gt;0.95 auto-publish  |  &gt;0.80 review  |  &lt;0.80 block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IMPLEMENTATION ROADMAP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 Phases — Start Simple, Add Sophistication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697480" cy="3108960"/>
          </a:xfrm>
          <a:prstGeom prst="rect">
            <a:avLst/>
          </a:prstGeom>
          <a:solidFill>
            <a:srgbClr val="0E0E20"/>
          </a:solidFill>
          <a:ln w="12700">
            <a:solidFill>
              <a:srgbClr val="4285F4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54864" cy="3108960"/>
          </a:xfrm>
          <a:prstGeom prst="rect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06984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3167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Checks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7373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all placeholders intact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08483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terms not translated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24323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ratio 0.4x–3x source length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27797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428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source-language chars in output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3182112"/>
            <a:ext cx="2468880" cy="219456"/>
          </a:xfrm>
          <a:prstGeom prst="rect">
            <a:avLst/>
          </a:prstGeom>
          <a:solidFill>
            <a:srgbClr val="4285F4">
              <a:alpha val="15000"/>
            </a:srgbClr>
          </a:solidFill>
          <a:ln w="12700">
            <a:solidFill>
              <a:srgbClr val="4285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" y="320040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285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 infra cost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2920" y="3456432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worst failures immediately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46120" y="960120"/>
            <a:ext cx="2697480" cy="3108960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54864" cy="31089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83280" y="106984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83280" y="13167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BLEU Scoring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17373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sacrebleu library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83280" y="208483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reference translations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24323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UI strings and titles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83280" y="27797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B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thresholds against editor feedback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383280" y="3182112"/>
            <a:ext cx="2468880" cy="219456"/>
          </a:xfrm>
          <a:prstGeom prst="rect">
            <a:avLst/>
          </a:prstGeom>
          <a:solidFill>
            <a:srgbClr val="FFB800">
              <a:alpha val="15000"/>
            </a:srgbClr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383280" y="320040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Negligible compute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383280" y="3456432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quality baseline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126480" y="960120"/>
            <a:ext cx="2697480" cy="310896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126480" y="960120"/>
            <a:ext cx="54864" cy="310896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263640" y="106984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Phase 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263640" y="13167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COMET Scoring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263640" y="17373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COMET as microservice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63640" y="208483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~2GB model, GPU optional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263640" y="24323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accuracy on long content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63640" y="27797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900" dirty="0">
                <a:solidFill>
                  <a:srgbClr val="CC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 with Phase 1+2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63640" y="3182112"/>
            <a:ext cx="2468880" cy="219456"/>
          </a:xfrm>
          <a:prstGeom prst="rect">
            <a:avLst/>
          </a:prstGeom>
          <a:solidFill>
            <a:srgbClr val="00D4A0">
              <a:alpha val="15000"/>
            </a:srgbClr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263640" y="320040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~$50–150/mo microservice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263640" y="3456432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quality gate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5760" y="42062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CLAUDE MODELS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365760" y="4389120"/>
            <a:ext cx="2697480" cy="594360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65760" y="4389120"/>
            <a:ext cx="54864" cy="5943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02920" y="44622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claude-haiku-4-5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02920" y="46451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$0.80/$4 per M tokens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2331720" y="44988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75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titles, UI strings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246120" y="4389120"/>
            <a:ext cx="2697480" cy="594360"/>
          </a:xfrm>
          <a:prstGeom prst="rect">
            <a:avLst/>
          </a:prstGeom>
          <a:solidFill>
            <a:srgbClr val="0E0E20"/>
          </a:solidFill>
          <a:ln w="12700">
            <a:solidFill>
              <a:srgbClr val="FF6B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3246120" y="4389120"/>
            <a:ext cx="54864" cy="59436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383280" y="44622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claude-sonnet-4-6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3383280" y="46451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$3/$15 per M tokens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212080" y="44988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75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descriptions, blog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126480" y="4389120"/>
            <a:ext cx="2697480" cy="594360"/>
          </a:xfrm>
          <a:prstGeom prst="rect">
            <a:avLst/>
          </a:prstGeom>
          <a:solidFill>
            <a:srgbClr val="0E0E20"/>
          </a:solidFill>
          <a:ln w="12700">
            <a:solidFill>
              <a:srgbClr val="E74C3C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126480" y="4389120"/>
            <a:ext cx="54864" cy="59436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44622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claude-opus-4-6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263640" y="46451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$15/$75 per M tokens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8092440" y="449884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75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copy, hero text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0D4A0">
              <a:alpha val="8000"/>
            </a:srgbClr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FF6B35">
              <a:alpha val="8000"/>
            </a:srgbClr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kern="0" spc="300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548640" y="5943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Recommendations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4114800" cy="123444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54864" cy="123444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4173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D4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43000" y="1417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Engine Strategy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43000" y="17373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DeepL primary for EU/JA/ZH · Google fallback for 133 languages · Claude for brand voice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892040" y="1325880"/>
            <a:ext cx="4114800" cy="1234440"/>
          </a:xfrm>
          <a:prstGeom prst="rect">
            <a:avLst/>
          </a:prstGeom>
          <a:solidFill>
            <a:srgbClr val="0E0E20"/>
          </a:solidFill>
          <a:ln w="12700">
            <a:solidFill>
              <a:srgbClr val="FF6B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892040" y="1325880"/>
            <a:ext cx="54864" cy="123444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029200" y="14173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0" y="1417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Injection Always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0" y="17373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glossary ID, formality, content type and brand tone on every API call — never send raw text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2743200"/>
            <a:ext cx="4114800" cy="1234440"/>
          </a:xfrm>
          <a:prstGeom prst="rect">
            <a:avLst/>
          </a:prstGeom>
          <a:solidFill>
            <a:srgbClr val="0E0E20"/>
          </a:solidFill>
          <a:ln w="12700">
            <a:solidFill>
              <a:srgbClr val="FFB80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8640" y="2743200"/>
            <a:ext cx="54864" cy="12344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85800" y="2834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B8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43000" y="2834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Memory First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" y="31546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 lookup before every API call. 100% hits = $0. Fuzzy hits via rapidfuzz + embeddings. 40–70% cost reduction.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92040" y="2743200"/>
            <a:ext cx="4114800" cy="1234440"/>
          </a:xfrm>
          <a:prstGeom prst="rect">
            <a:avLst/>
          </a:prstGeom>
          <a:solidFill>
            <a:srgbClr val="0E0E20"/>
          </a:solidFill>
          <a:ln w="12700">
            <a:solidFill>
              <a:srgbClr val="9B59B6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892040" y="2743200"/>
            <a:ext cx="54864" cy="123444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0" y="28346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0" y="2834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Confidence Gate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0" y="31546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rule checks (day 1) · Phase 2: BLEU (week 1) · Phase 3: COMET microservice (month 1)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315968"/>
            <a:ext cx="8046720" cy="594360"/>
          </a:xfrm>
          <a:prstGeom prst="rect">
            <a:avLst/>
          </a:prstGeom>
          <a:solidFill>
            <a:srgbClr val="0E0E20"/>
          </a:solidFill>
          <a:ln w="12700">
            <a:solidFill>
              <a:srgbClr val="00D4A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48640" y="4315968"/>
            <a:ext cx="54864" cy="594360"/>
          </a:xfrm>
          <a:prstGeom prst="rect">
            <a:avLst/>
          </a:prstGeom>
          <a:solidFill>
            <a:srgbClr val="00D4A0"/>
          </a:solidFill>
          <a:ln w="12700">
            <a:solidFill>
              <a:srgbClr val="00D4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85800" y="442569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D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savings with full implementation: 40–70% API cost reduction via TM · ~$170–200/mo total for mid-size store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450</TotalTime>
  <Words>1328</Words>
  <Application>Microsoft Office PowerPoint</Application>
  <PresentationFormat>On-screen Show (16:9)</PresentationFormat>
  <Paragraphs>314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DM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CMS AI Translation Engine Selection</dc:title>
  <dc:subject>PptxGenJS Presentation</dc:subject>
  <dc:creator>PptxGenJS</dc:creator>
  <cp:lastModifiedBy>Raghavendra Angara</cp:lastModifiedBy>
  <cp:revision>1</cp:revision>
  <dcterms:created xsi:type="dcterms:W3CDTF">2026-03-05T03:38:39Z</dcterms:created>
  <dcterms:modified xsi:type="dcterms:W3CDTF">2026-03-06T05:14:14Z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d36d94c-68fc-470f-8a21-c677f285bcac_Enabled">
    <vt:lpwstr>true</vt:lpwstr>
  </property>
  <property fmtid="{D5CDD505-2E9C-101B-9397-08002B2CF9AE}" pid="3" name="MSIP_Label_4d36d94c-68fc-470f-8a21-c677f285bcac_SetDate">
    <vt:lpwstr>2026-03-05T19:03:38Z</vt:lpwstr>
  </property>
  <property fmtid="{D5CDD505-2E9C-101B-9397-08002B2CF9AE}" pid="4" name="MSIP_Label_4d36d94c-68fc-470f-8a21-c677f285bcac_Method">
    <vt:lpwstr>Standard</vt:lpwstr>
  </property>
  <property fmtid="{D5CDD505-2E9C-101B-9397-08002B2CF9AE}" pid="5" name="MSIP_Label_4d36d94c-68fc-470f-8a21-c677f285bcac_Name">
    <vt:lpwstr>4d36d94c-68fc-470f-8a21-c677f285bcac</vt:lpwstr>
  </property>
  <property fmtid="{D5CDD505-2E9C-101B-9397-08002B2CF9AE}" pid="6" name="MSIP_Label_4d36d94c-68fc-470f-8a21-c677f285bcac_SiteId">
    <vt:lpwstr>1492c3b0-a49f-4b44-a6ee-b7f3b7ba945b</vt:lpwstr>
  </property>
  <property fmtid="{D5CDD505-2E9C-101B-9397-08002B2CF9AE}" pid="7" name="MSIP_Label_4d36d94c-68fc-470f-8a21-c677f285bcac_ActionId">
    <vt:lpwstr>bc685172-2ffd-4b5f-a16f-70606721d896</vt:lpwstr>
  </property>
  <property fmtid="{D5CDD505-2E9C-101B-9397-08002B2CF9AE}" pid="8" name="MSIP_Label_4d36d94c-68fc-470f-8a21-c677f285bcac_ContentBits">
    <vt:lpwstr>0</vt:lpwstr>
  </property>
  <property fmtid="{D5CDD505-2E9C-101B-9397-08002B2CF9AE}" pid="9" name="MSIP_Label_4d36d94c-68fc-470f-8a21-c677f285bcac_Tag">
    <vt:lpwstr>10, 3, 0, 1</vt:lpwstr>
  </property>
</Properties>
</file>